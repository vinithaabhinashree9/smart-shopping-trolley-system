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40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25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694944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6949440" y="2057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3886200"/>
            <a:ext cx="9144000" cy="9601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  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-943556" y="1249710"/>
            <a:ext cx="78929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i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SHOPPING TROLLEY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435" y="3886199"/>
            <a:ext cx="7885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Presented </a:t>
            </a:r>
            <a:r>
              <a:rPr lang="en-US" i="1" dirty="0" smtClean="0">
                <a:solidFill>
                  <a:schemeClr val="bg1"/>
                </a:solidFill>
              </a:rPr>
              <a:t>by: Sahil &amp; Vinitha </a:t>
            </a:r>
            <a:r>
              <a:rPr lang="en-US" i="1" dirty="0">
                <a:solidFill>
                  <a:schemeClr val="bg1"/>
                </a:solidFill>
              </a:rPr>
              <a:t>Abhinashree</a:t>
            </a:r>
            <a:br>
              <a:rPr lang="en-US" i="1" dirty="0">
                <a:solidFill>
                  <a:schemeClr val="bg1"/>
                </a:solidFill>
              </a:rPr>
            </a:br>
            <a:r>
              <a:rPr lang="en-US" i="1" dirty="0" smtClean="0">
                <a:solidFill>
                  <a:schemeClr val="bg1"/>
                </a:solidFill>
              </a:rPr>
              <a:t>College: National Skill Training Institute </a:t>
            </a:r>
          </a:p>
          <a:p>
            <a:r>
              <a:rPr lang="en-US" i="1" dirty="0" smtClean="0">
                <a:solidFill>
                  <a:schemeClr val="bg1"/>
                </a:solidFill>
              </a:rPr>
              <a:t>Course : AIPA – Artificial Intelligence Programming Assistant</a:t>
            </a:r>
            <a:endParaRPr lang="en-US" i="1" dirty="0">
              <a:solidFill>
                <a:schemeClr val="bg1"/>
              </a:solidFill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322" y="22862"/>
            <a:ext cx="3372678" cy="3840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252B5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548640" y="822960"/>
            <a:ext cx="1645920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</a:t>
            </a:r>
            <a:endParaRPr lang="en-US" sz="6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there.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7B8CC4"/>
                </a:solidFill>
              </a:rPr>
              <a:t>Basket full. Ready to go home.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i="1" dirty="0">
                <a:solidFill>
                  <a:srgbClr val="7B8CC4"/>
                </a:solidFill>
              </a:rPr>
              <a:t>And then… the billing queue.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949440" y="1097280"/>
            <a:ext cx="1828800" cy="2011680"/>
          </a:xfrm>
          <a:prstGeom prst="rect">
            <a:avLst/>
          </a:prstGeom>
          <a:solidFill>
            <a:srgbClr val="FF5757"/>
          </a:solidFill>
          <a:ln/>
          <a:effectLst>
            <a:outerShdw blurRad="1778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4944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~30</a:t>
            </a:r>
            <a:endParaRPr lang="en-US" sz="5400" dirty="0"/>
          </a:p>
        </p:txBody>
      </p:sp>
      <p:sp>
        <p:nvSpPr>
          <p:cNvPr id="13" name="Text 10"/>
          <p:cNvSpPr/>
          <p:nvPr/>
        </p:nvSpPr>
        <p:spPr>
          <a:xfrm>
            <a:off x="6949440" y="2057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D0D0"/>
                </a:solidFill>
              </a:rPr>
              <a:t>minutes lost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D0D0"/>
                </a:solidFill>
              </a:rPr>
              <a:t>in billing queues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FFD0D0"/>
                </a:solidFill>
              </a:rPr>
              <a:t>every visit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3886200"/>
            <a:ext cx="9144000" cy="9601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00D4C8"/>
                </a:solidFill>
              </a:rPr>
              <a:t>What if you never had to stand in that queue again?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  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5515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64208" cy="301752"/>
          </a:xfrm>
          <a:prstGeom prst="roundRect">
            <a:avLst>
              <a:gd name="adj" fmla="val 12121"/>
            </a:avLst>
          </a:prstGeom>
          <a:solidFill>
            <a:srgbClr val="00D4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F3C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Smart Shopping Trolley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120640" cy="3063240"/>
          </a:xfrm>
          <a:prstGeom prst="rect">
            <a:avLst/>
          </a:prstGeom>
          <a:solidFill>
            <a:srgbClr val="1A1F3C"/>
          </a:solidFill>
          <a:ln/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91440" cy="306324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916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trolley that lets customers scan products as they shop and automatically generates the bill — so they can pay and walk out without ever joining a queue.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29184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3273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C8"/>
                </a:solidFill>
              </a:rPr>
              <a:t>Scan while you shop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67588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C8"/>
                </a:solidFill>
              </a:rPr>
              <a:t>Pay from the trolley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05993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40416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C8"/>
                </a:solidFill>
              </a:rPr>
              <a:t>Exit — no queue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5040" y="1417320"/>
            <a:ext cx="2743200" cy="2743200"/>
          </a:xfrm>
          <a:prstGeom prst="ellipse">
            <a:avLst/>
          </a:prstGeom>
          <a:solidFill>
            <a:srgbClr val="2E4A8F"/>
          </a:solidFill>
          <a:ln/>
          <a:effectLst>
            <a:outerShdw blurRad="228600" dist="635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5852160" y="4251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4A8F"/>
                </a:solidFill>
              </a:rPr>
              <a:t>"Scan. Pay. Go."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8" name="Text 12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</a:t>
            </a:r>
            <a:endParaRPr lang="en-US" sz="9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311965"/>
            <a:ext cx="2870057" cy="2870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63624" cy="301752"/>
          </a:xfrm>
          <a:prstGeom prst="roundRect">
            <a:avLst>
              <a:gd name="adj" fmla="val 12121"/>
            </a:avLst>
          </a:prstGeom>
          <a:solidFill>
            <a:srgbClr val="FF575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563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F3C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Waiting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2743200" cy="3127248"/>
          </a:xfrm>
          <a:prstGeom prst="rect">
            <a:avLst/>
          </a:prstGeom>
          <a:solidFill>
            <a:srgbClr val="EDF1FF"/>
          </a:solidFill>
          <a:ln w="9525">
            <a:solidFill>
              <a:srgbClr val="D8E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2743200" cy="73152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691640"/>
            <a:ext cx="822960" cy="822960"/>
          </a:xfrm>
          <a:prstGeom prst="ellipse">
            <a:avLst/>
          </a:prstGeom>
          <a:solidFill>
            <a:srgbClr val="2E4A8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1801368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334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4A8F"/>
                </a:solidFill>
              </a:rPr>
              <a:t>You Shop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09067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F3C"/>
                </a:solidFill>
              </a:rPr>
              <a:t>You pick products, compare prices, fill your basket with care.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481328"/>
            <a:ext cx="2743200" cy="3127248"/>
          </a:xfrm>
          <a:prstGeom prst="rect">
            <a:avLst/>
          </a:prstGeom>
          <a:solidFill>
            <a:srgbClr val="FFF0F0"/>
          </a:solidFill>
          <a:ln w="9525">
            <a:solidFill>
              <a:srgbClr val="FFAA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1481328"/>
            <a:ext cx="2743200" cy="73152"/>
          </a:xfrm>
          <a:prstGeom prst="rect">
            <a:avLst/>
          </a:prstGeom>
          <a:solidFill>
            <a:srgbClr val="FF5757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691640"/>
            <a:ext cx="822960" cy="822960"/>
          </a:xfrm>
          <a:prstGeom prst="ellipse">
            <a:avLst/>
          </a:prstGeom>
          <a:solidFill>
            <a:srgbClr val="FF5757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1801368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26334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757"/>
                </a:solidFill>
              </a:rPr>
              <a:t>You Wait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309067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F3C"/>
                </a:solidFill>
              </a:rPr>
              <a:t>Then you stand in queue. And wait. And wait. Sometimes 20–40 minutes.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63640" y="1481328"/>
            <a:ext cx="2743200" cy="3127248"/>
          </a:xfrm>
          <a:prstGeom prst="rect">
            <a:avLst/>
          </a:prstGeom>
          <a:solidFill>
            <a:srgbClr val="EDF1FF"/>
          </a:solidFill>
          <a:ln w="9525">
            <a:solidFill>
              <a:srgbClr val="D8E0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63640" y="1481328"/>
            <a:ext cx="2743200" cy="73152"/>
          </a:xfrm>
          <a:prstGeom prst="rect">
            <a:avLst/>
          </a:prstGeom>
          <a:solidFill>
            <a:srgbClr val="7B0000"/>
          </a:solidFill>
          <a:ln/>
        </p:spPr>
      </p:sp>
      <p:sp>
        <p:nvSpPr>
          <p:cNvPr id="19" name="Shape 15"/>
          <p:cNvSpPr/>
          <p:nvPr/>
        </p:nvSpPr>
        <p:spPr>
          <a:xfrm>
            <a:off x="7223760" y="1691640"/>
            <a:ext cx="822960" cy="822960"/>
          </a:xfrm>
          <a:prstGeom prst="ellipse">
            <a:avLst/>
          </a:prstGeom>
          <a:solidFill>
            <a:srgbClr val="7B0000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1801368"/>
            <a:ext cx="585216" cy="5852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6334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0000"/>
                </a:solidFill>
              </a:rPr>
              <a:t>You Leave Frustrated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0" y="309067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F3C"/>
                </a:solidFill>
              </a:rPr>
              <a:t>What should have been a pleasant trip ends in exhaustion and delay.</a:t>
            </a:r>
            <a:endParaRPr lang="en-US" sz="11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2560320"/>
            <a:ext cx="292608" cy="292608"/>
          </a:xfrm>
          <a:prstGeom prst="rect">
            <a:avLst/>
          </a:prstGeom>
        </p:spPr>
      </p:pic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8192" y="2560320"/>
            <a:ext cx="292608" cy="29260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26" name="Text 19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664208" cy="301752"/>
          </a:xfrm>
          <a:prstGeom prst="roundRect">
            <a:avLst>
              <a:gd name="adj" fmla="val 12121"/>
            </a:avLst>
          </a:prstGeom>
          <a:solidFill>
            <a:srgbClr val="00D4C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6642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F3C"/>
                </a:solidFill>
              </a:rPr>
              <a:t>THE SOLUTION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Fix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8321040" cy="77724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1732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00D4C8"/>
                </a:solidFill>
              </a:rPr>
              <a:t>" Scan products as you place them in the trolley. Pay before you leave the aisle. Walk out. "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11480" y="2377440"/>
            <a:ext cx="1508760" cy="2194560"/>
          </a:xfrm>
          <a:prstGeom prst="rect">
            <a:avLst/>
          </a:prstGeom>
          <a:solidFill>
            <a:srgbClr val="242B55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377440"/>
            <a:ext cx="1508760" cy="64008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C8"/>
                </a:solidFill>
              </a:rPr>
              <a:t>1</a:t>
            </a:r>
            <a:endParaRPr lang="en-US" sz="28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06324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61188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Collect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Trolley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920240" y="3474720"/>
            <a:ext cx="173736" cy="0"/>
          </a:xfrm>
          <a:prstGeom prst="line">
            <a:avLst/>
          </a:prstGeom>
          <a:noFill/>
          <a:ln w="15240">
            <a:solidFill>
              <a:srgbClr val="7B8C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93976" y="2377440"/>
            <a:ext cx="1508760" cy="2194560"/>
          </a:xfrm>
          <a:prstGeom prst="rect">
            <a:avLst/>
          </a:prstGeom>
          <a:solidFill>
            <a:srgbClr val="242B55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93976" y="2377440"/>
            <a:ext cx="1508760" cy="640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6" name="Text 13"/>
          <p:cNvSpPr/>
          <p:nvPr/>
        </p:nvSpPr>
        <p:spPr>
          <a:xfrm>
            <a:off x="2093976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627"/>
                </a:solidFill>
              </a:rPr>
              <a:t>2</a:t>
            </a:r>
            <a:endParaRPr lang="en-US" sz="28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30632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139696" y="361188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Scan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Products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02736" y="3474720"/>
            <a:ext cx="173736" cy="0"/>
          </a:xfrm>
          <a:prstGeom prst="line">
            <a:avLst/>
          </a:prstGeom>
          <a:noFill/>
          <a:ln w="15240">
            <a:solidFill>
              <a:srgbClr val="7B8CC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76472" y="2377440"/>
            <a:ext cx="1508760" cy="2194560"/>
          </a:xfrm>
          <a:prstGeom prst="rect">
            <a:avLst/>
          </a:prstGeom>
          <a:solidFill>
            <a:srgbClr val="242B55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776472" y="2377440"/>
            <a:ext cx="1508760" cy="64008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22" name="Text 18"/>
          <p:cNvSpPr/>
          <p:nvPr/>
        </p:nvSpPr>
        <p:spPr>
          <a:xfrm>
            <a:off x="3776472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C8"/>
                </a:solidFill>
              </a:rPr>
              <a:t>3</a:t>
            </a:r>
            <a:endParaRPr lang="en-US" sz="2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06324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22192" y="361188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Bill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Updates Live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285232" y="3474720"/>
            <a:ext cx="173736" cy="0"/>
          </a:xfrm>
          <a:prstGeom prst="line">
            <a:avLst/>
          </a:prstGeom>
          <a:noFill/>
          <a:ln w="15240">
            <a:solidFill>
              <a:srgbClr val="7B8CC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58968" y="2377440"/>
            <a:ext cx="1508760" cy="2194560"/>
          </a:xfrm>
          <a:prstGeom prst="rect">
            <a:avLst/>
          </a:prstGeom>
          <a:solidFill>
            <a:srgbClr val="242B55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58968" y="2377440"/>
            <a:ext cx="1508760" cy="640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28" name="Text 23"/>
          <p:cNvSpPr/>
          <p:nvPr/>
        </p:nvSpPr>
        <p:spPr>
          <a:xfrm>
            <a:off x="5458968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627"/>
                </a:solidFill>
              </a:rPr>
              <a:t>4</a:t>
            </a:r>
            <a:endParaRPr lang="en-US" sz="2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306324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04688" y="361188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Pay via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UPI / Card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967728" y="3474720"/>
            <a:ext cx="173736" cy="0"/>
          </a:xfrm>
          <a:prstGeom prst="line">
            <a:avLst/>
          </a:prstGeom>
          <a:noFill/>
          <a:ln w="15240">
            <a:solidFill>
              <a:srgbClr val="7B8CC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141464" y="2377440"/>
            <a:ext cx="1508760" cy="2194560"/>
          </a:xfrm>
          <a:prstGeom prst="rect">
            <a:avLst/>
          </a:prstGeom>
          <a:solidFill>
            <a:srgbClr val="242B55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141464" y="2377440"/>
            <a:ext cx="1508760" cy="64008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34" name="Text 28"/>
          <p:cNvSpPr/>
          <p:nvPr/>
        </p:nvSpPr>
        <p:spPr>
          <a:xfrm>
            <a:off x="7141464" y="24871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C8"/>
                </a:solidFill>
              </a:rPr>
              <a:t>5</a:t>
            </a:r>
            <a:endParaRPr lang="en-US" sz="28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2672" y="306324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87184" y="361188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Exit with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Receipt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38" name="Text 31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61872" cy="301752"/>
          </a:xfrm>
          <a:prstGeom prst="roundRect">
            <a:avLst>
              <a:gd name="adj" fmla="val 12121"/>
            </a:avLst>
          </a:prstGeom>
          <a:solidFill>
            <a:srgbClr val="00D4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F3C"/>
                </a:solidFill>
              </a:rPr>
              <a:t>FEATURES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 the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272491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2724912" cy="64008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70992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6152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</a:rPr>
              <a:t>Auto Product Scanning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213969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CC4"/>
                </a:solidFill>
              </a:rPr>
              <a:t>Barcode &amp; RFID scanning the moment you place items in the cart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19272" y="1481328"/>
            <a:ext cx="272491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9272" y="1481328"/>
            <a:ext cx="2724912" cy="64008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13" name="Shape 10"/>
          <p:cNvSpPr/>
          <p:nvPr/>
        </p:nvSpPr>
        <p:spPr>
          <a:xfrm>
            <a:off x="3456432" y="1645920"/>
            <a:ext cx="548640" cy="548640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70992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123944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</a:rPr>
              <a:t>Real-Time Bill Display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429000" y="213969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CC4"/>
                </a:solidFill>
              </a:rPr>
              <a:t>Running total visible on the trolley LCD screen at all times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27064" y="1481328"/>
            <a:ext cx="272491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27064" y="1481328"/>
            <a:ext cx="2724912" cy="640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9" name="Shape 15"/>
          <p:cNvSpPr/>
          <p:nvPr/>
        </p:nvSpPr>
        <p:spPr>
          <a:xfrm>
            <a:off x="6364224" y="1645920"/>
            <a:ext cx="548640" cy="548640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70992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31736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</a:rPr>
              <a:t>Digital Payment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336792" y="213969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CC4"/>
                </a:solidFill>
              </a:rPr>
              <a:t>UPI, QR code, credit/debit card, and mobile wallets supported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11480" y="3081528"/>
            <a:ext cx="272491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1480" y="3081528"/>
            <a:ext cx="2724912" cy="64008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25" name="Shape 20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310128"/>
            <a:ext cx="420624" cy="42062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16152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</a:rPr>
              <a:t>Instant Digital Receipt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21208" y="373989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CC4"/>
                </a:solidFill>
              </a:rPr>
              <a:t>QR-based receipt generated on checkout — no paper needed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19272" y="3081528"/>
            <a:ext cx="272491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19272" y="3081528"/>
            <a:ext cx="2724912" cy="64008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31" name="Shape 25"/>
          <p:cNvSpPr/>
          <p:nvPr/>
        </p:nvSpPr>
        <p:spPr>
          <a:xfrm>
            <a:off x="3456432" y="3246120"/>
            <a:ext cx="548640" cy="548640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310128"/>
            <a:ext cx="420624" cy="4206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123944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</a:rPr>
              <a:t>Cloud Sync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429000" y="373989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CC4"/>
                </a:solidFill>
              </a:rPr>
              <a:t>Product database and billing backed by cloud for accuracy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227064" y="3081528"/>
            <a:ext cx="272491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27064" y="3081528"/>
            <a:ext cx="2724912" cy="64008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7" name="Shape 30"/>
          <p:cNvSpPr/>
          <p:nvPr/>
        </p:nvSpPr>
        <p:spPr>
          <a:xfrm>
            <a:off x="6364224" y="3246120"/>
            <a:ext cx="548640" cy="548640"/>
          </a:xfrm>
          <a:prstGeom prst="ellipse">
            <a:avLst/>
          </a:prstGeom>
          <a:solidFill>
            <a:srgbClr val="EDF1FF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3310128"/>
            <a:ext cx="420624" cy="4206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3173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</a:rPr>
              <a:t>Exit Verification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336792" y="373989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B8CC4"/>
                </a:solidFill>
              </a:rPr>
              <a:t>Smart exit gate confirms payment before the customer leaves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42" name="Text 34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61872" cy="301752"/>
          </a:xfrm>
          <a:prstGeom prst="roundRect">
            <a:avLst>
              <a:gd name="adj" fmla="val 12121"/>
            </a:avLst>
          </a:prstGeom>
          <a:solidFill>
            <a:srgbClr val="00D4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F3C"/>
                </a:solidFill>
              </a:rPr>
              <a:t>BENEFITS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Everyone Wins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3931920" cy="3154680"/>
          </a:xfrm>
          <a:prstGeom prst="rect">
            <a:avLst/>
          </a:prstGeom>
          <a:solidFill>
            <a:srgbClr val="1A1F3C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27632"/>
            <a:ext cx="548640" cy="548640"/>
          </a:xfrm>
          <a:prstGeom prst="ellipse">
            <a:avLst/>
          </a:prstGeom>
          <a:solidFill>
            <a:srgbClr val="00D4C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9164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642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C8"/>
                </a:solidFill>
              </a:rPr>
              <a:t>For Shoppers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225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No more standing in long queues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5234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15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Real-time bill — no surprise totals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82112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31455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Pay in seconds via UPI or card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1188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5753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Faster, stress-free shopping trips</a:t>
            </a:r>
            <a:endParaRPr lang="en-US" sz="11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41648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4005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Works even during peak hours</a:t>
            </a:r>
            <a:endParaRPr lang="en-US" sz="1150" dirty="0"/>
          </a:p>
        </p:txBody>
      </p:sp>
      <p:sp>
        <p:nvSpPr>
          <p:cNvPr id="19" name="Shape 11"/>
          <p:cNvSpPr/>
          <p:nvPr/>
        </p:nvSpPr>
        <p:spPr>
          <a:xfrm>
            <a:off x="4800600" y="1481328"/>
            <a:ext cx="3931920" cy="3154680"/>
          </a:xfrm>
          <a:prstGeom prst="rect">
            <a:avLst/>
          </a:prstGeom>
          <a:solidFill>
            <a:srgbClr val="2E4A8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983480" y="1627632"/>
            <a:ext cx="548640" cy="548640"/>
          </a:xfrm>
          <a:prstGeom prst="ellipse">
            <a:avLst/>
          </a:prstGeom>
          <a:solidFill>
            <a:srgbClr val="FFB627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1691640"/>
            <a:ext cx="420624" cy="4206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669280" y="16642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627"/>
                </a:solidFill>
              </a:rPr>
              <a:t>For Mall Operators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32257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949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Reduced staffing costs at counters</a:t>
            </a:r>
            <a:endParaRPr lang="en-US" sz="11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752344"/>
            <a:ext cx="292608" cy="29260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394960" y="2715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Real-time inventory &amp; sales data</a:t>
            </a:r>
            <a:endParaRPr lang="en-US" sz="115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182112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394960" y="31455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AI insights for product placement</a:t>
            </a:r>
            <a:endParaRPr lang="en-US" sz="115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611880"/>
            <a:ext cx="292608" cy="29260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394960" y="35753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Higher customer satisfaction scores</a:t>
            </a:r>
            <a:endParaRPr lang="en-US" sz="115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4041648"/>
            <a:ext cx="292608" cy="29260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394960" y="4005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Digital receipts — eco-friendly</a:t>
            </a:r>
            <a:endParaRPr lang="en-US" sz="1150" dirty="0"/>
          </a:p>
        </p:txBody>
      </p:sp>
      <p:sp>
        <p:nvSpPr>
          <p:cNvPr id="33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34" name="Text 20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1463040" cy="301752"/>
          </a:xfrm>
          <a:prstGeom prst="roundRect">
            <a:avLst>
              <a:gd name="adj" fmla="val 12121"/>
            </a:avLst>
          </a:prstGeom>
          <a:solidFill>
            <a:srgbClr val="FFB62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F3C"/>
                </a:solidFill>
              </a:rPr>
              <a:t>CONCLUSION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134874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Shopping Trolley System eliminates queues, automates billing, and makes every shopping trip faster and more enjoyable — for customers and mall operators alike. Companies like Amazon, Instacart, and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6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lipkart</a:t>
            </a:r>
            <a:r>
              <a:rPr lang="en-US" sz="16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already proven this works globally. The technology is ready. The demand is real.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309360" y="1572768"/>
            <a:ext cx="2423160" cy="91440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1572768"/>
            <a:ext cx="64008" cy="9144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642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C8"/>
                </a:solidFill>
              </a:rPr>
              <a:t>↓80%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20756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C4"/>
                </a:solidFill>
              </a:rPr>
              <a:t>Queue Wait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670048"/>
            <a:ext cx="2423160" cy="91440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2670048"/>
            <a:ext cx="64008" cy="9144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7614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627"/>
                </a:solidFill>
              </a:rPr>
              <a:t>↑35%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92240" y="3172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C4"/>
                </a:solidFill>
              </a:rPr>
              <a:t>Customer Satisfaction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767328"/>
            <a:ext cx="2423160" cy="91440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3767328"/>
            <a:ext cx="64008" cy="914400"/>
          </a:xfrm>
          <a:prstGeom prst="rect">
            <a:avLst/>
          </a:prstGeom>
          <a:solidFill>
            <a:srgbClr val="FF5757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8587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757"/>
                </a:solidFill>
              </a:rPr>
              <a:t>↓60%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2240" y="42702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C4"/>
                </a:solidFill>
              </a:rPr>
              <a:t>Billing Staff Needed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5577840" cy="658368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2062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A1F3C"/>
                </a:solidFill>
              </a:rPr>
              <a:t>Scan. Pay. Walk out. — The new normal for shopping.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5303520" y="365760"/>
            <a:ext cx="3657600" cy="3657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5943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5" name="Shape 2"/>
          <p:cNvSpPr/>
          <p:nvPr/>
        </p:nvSpPr>
        <p:spPr>
          <a:xfrm>
            <a:off x="411480" y="1691640"/>
            <a:ext cx="41148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6" name="Text 3"/>
          <p:cNvSpPr/>
          <p:nvPr/>
        </p:nvSpPr>
        <p:spPr>
          <a:xfrm>
            <a:off x="41148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smtClean="0">
                <a:solidFill>
                  <a:srgbClr val="FFFFFF"/>
                </a:solidFill>
              </a:rPr>
              <a:t>Sahil &amp; Vinitha </a:t>
            </a:r>
            <a:r>
              <a:rPr lang="en-US" sz="1800" b="1" dirty="0">
                <a:solidFill>
                  <a:srgbClr val="FFFFFF"/>
                </a:solidFill>
              </a:rPr>
              <a:t>Abhinashree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11480" y="23591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7B8CC4"/>
                </a:solidFill>
              </a:rPr>
              <a:t>College</a:t>
            </a:r>
            <a:r>
              <a:rPr lang="en-US" sz="1200" dirty="0" smtClean="0">
                <a:solidFill>
                  <a:srgbClr val="7B8CC4"/>
                </a:solidFill>
              </a:rPr>
              <a:t>: </a:t>
            </a:r>
            <a:r>
              <a:rPr lang="en-US" sz="1200" dirty="0" smtClean="0">
                <a:solidFill>
                  <a:srgbClr val="7B8CC4"/>
                </a:solidFill>
              </a:rPr>
              <a:t>National Skill Training Institute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7B8CC4"/>
                </a:solidFill>
              </a:rPr>
              <a:t>Course: AIPA –Artificial Intelligence Programming Assisstant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90779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D4C8"/>
                </a:solidFill>
              </a:rPr>
              <a:t>Any Questions?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68680" y="3547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14400" y="381112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42B55"/>
          </a:solidFill>
          <a:ln/>
        </p:spPr>
      </p:sp>
      <p:sp>
        <p:nvSpPr>
          <p:cNvPr id="14" name="Text 9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CC4"/>
                </a:solidFill>
              </a:rPr>
              <a:t>Smart Shopping Trolley System  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520</Words>
  <Application>Microsoft Office PowerPoint</Application>
  <PresentationFormat>On-screen Show (16:9)</PresentationFormat>
  <Paragraphs>105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Shopping Trolley System</dc:title>
  <dc:subject>PptxGenJS Presentation</dc:subject>
  <dc:creator>PptxGenJS</dc:creator>
  <cp:lastModifiedBy>MR</cp:lastModifiedBy>
  <cp:revision>16</cp:revision>
  <dcterms:created xsi:type="dcterms:W3CDTF">2026-05-14T09:56:07Z</dcterms:created>
  <dcterms:modified xsi:type="dcterms:W3CDTF">2026-05-14T11:04:31Z</dcterms:modified>
</cp:coreProperties>
</file>